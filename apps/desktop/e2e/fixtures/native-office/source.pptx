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lectedText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SELECTED_BEFORE</a:t>
            </a:r>
          </a:p>
        </p:txBody>
      </p:sp>
      <p:sp>
        <p:nvSpPr>
          <p:cNvPr id="3" name="PreservedText"/>
          <p:cNvSpPr txBox="1"/>
          <p:nvPr/>
        </p:nvSpPr>
        <p:spPr>
          <a:xfrm>
            <a:off x="914400" y="1828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Arial"/>
              </a:rPr>
              <a:t>UNRELATED_KEEP</a:t>
            </a:r>
          </a:p>
        </p:txBody>
      </p:sp>
      <p:pic>
        <p:nvPicPr>
          <p:cNvPr id="4" name="PreservedImag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Owned native preservation qualification</dc:title>
  <dc:subject/>
  <dc:creator>gotzji synthetic fixture</dc:creator>
  <cp:keywords/>
  <dc:description>generated using python-pptx</dc:description>
  <cp:lastModifiedBy>gotzji synthetic fixture</cp:lastModifiedBy>
  <cp:revision>1</cp:revision>
  <dcterms:created xsi:type="dcterms:W3CDTF">2026-10-27T00:00:00Z</dcterms:created>
  <dcterms:modified xsi:type="dcterms:W3CDTF">2026-10-27T00:00:00Z</dcterms:modified>
  <cp:category/>
</cp:coreProperties>
</file>